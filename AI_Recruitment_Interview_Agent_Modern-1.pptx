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BB4FF"/>
                </a:solidFill>
              </a:defRPr>
            </a:pPr>
            <a:r>
              <a:t>AI • RECRUITMENT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5F8FF"/>
                </a:solidFill>
              </a:defRPr>
            </a:pPr>
            <a:r>
              <a:t>AI-Powered</a:t>
            </a:r>
            <a:br/>
            <a:r>
              <a:t>Recruitment &amp; Interview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6035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A4B2C9"/>
                </a:solidFill>
              </a:defRPr>
            </a:pPr>
            <a:r>
              <a:t>Smart and efficient recruitment support using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2971800" cy="4251960"/>
          </a:xfrm>
          <a:prstGeom prst="roundRect">
            <a:avLst/>
          </a:prstGeom>
          <a:solidFill>
            <a:srgbClr val="121D32"/>
          </a:solidFill>
          <a:ln>
            <a:solidFill>
              <a:srgbClr val="2C4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49640" y="1600200"/>
            <a:ext cx="502920" cy="50292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581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B2C9"/>
                </a:solidFill>
              </a:defRPr>
            </a:pPr>
            <a:r>
              <a:t>RESUMES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8562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t>AI SCREEN</a:t>
            </a:r>
          </a:p>
        </p:txBody>
      </p:sp>
      <p:sp>
        <p:nvSpPr>
          <p:cNvPr id="13" name="Oval 12"/>
          <p:cNvSpPr/>
          <p:nvPr/>
        </p:nvSpPr>
        <p:spPr>
          <a:xfrm>
            <a:off x="8549640" y="2743200"/>
            <a:ext cx="502920" cy="50292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724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B2C9"/>
                </a:solidFill>
              </a:defRPr>
            </a:pPr>
            <a: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9992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t>MATCH</a:t>
            </a:r>
          </a:p>
        </p:txBody>
      </p:sp>
      <p:sp>
        <p:nvSpPr>
          <p:cNvPr id="16" name="Oval 15"/>
          <p:cNvSpPr/>
          <p:nvPr/>
        </p:nvSpPr>
        <p:spPr>
          <a:xfrm>
            <a:off x="8549640" y="3886200"/>
            <a:ext cx="502920" cy="502920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386791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B2C9"/>
                </a:solidFill>
              </a:defRPr>
            </a:pPr>
            <a:r>
              <a:t>INTERVIEW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14223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F"/>
                </a:solidFill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4B2C9"/>
                </a:solidFill>
              </a:defRPr>
            </a:pPr>
            <a:r>
              <a:t>Team Name: 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5896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4B2C9"/>
                </a:solidFill>
              </a:defRPr>
            </a:pPr>
            <a:r>
              <a:t>Members: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2082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Recruitment means finding and selecting suitable employees.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34639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03580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04952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8094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Software companies may receive hundreds of applications.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995928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00964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4106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AI can assist recruiters with screening and interview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2082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Large numbers of resumes are difficult to screen manually.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34639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03580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04952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8094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Manual screening takes time and effort.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995928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00964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4106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Interviews may not follow a consistent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495604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6976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90118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Candidate evaluation and feedback can be difficult to organize.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Real-World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2082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10 Java Developer vacancies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34639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" y="303580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04952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8094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1,000 candidates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995928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00964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4106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HR must screen resumes, shortlist candidates and arrange interviews.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561320" cy="713232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" y="495604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6976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901184"/>
            <a:ext cx="9646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The AI agent helps organize these steps for recruiter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Proposed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AI analyzes resumes and extracts skills and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79" y="207568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Matches candidate information with job requirements.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374136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Generates relevant interview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79" y="3374136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Creates a structured interview summary for the recruiter.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71416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4672583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686300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617720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Final hiring decision remains with a human recruiter.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AI &amp;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LLM-based decision making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79" y="207568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Planning and sequential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374136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Agent memory and context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79" y="3374136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Structured outputs and 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71416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4672583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686300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617720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Possible stack: React • Node.js • MongoDB • Generative AI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Reduces repetitive recruitment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79" y="207568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Speeds up resume screening and organization.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374136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Provides structured candidate information.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79" y="3374136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Supports consistent interview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71416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4672583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686300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617720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Helps recruiters focus on final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SECTION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Voice-based AI interviews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74519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79" y="207568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020824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Multilingual interviews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" y="3374136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Coding assessment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172968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79" y="3374136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38785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319272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Interview scheduling automation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71416"/>
            <a:ext cx="5074920" cy="1024128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4672583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686300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617720"/>
            <a:ext cx="416052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Bias and fairness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How It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02082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Job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5536" y="2496312"/>
            <a:ext cx="256032" cy="5486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47287" y="187451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79" y="207568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02082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Resume Upload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34456" y="2496312"/>
            <a:ext cx="256032" cy="5486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187451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799" y="2075688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202082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AI Screening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23376" y="2496312"/>
            <a:ext cx="256032" cy="5486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5128" y="187451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19" y="207568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2089403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02082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Skill Matching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97763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4178807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19252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12394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AI-Assisted Interview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45536" y="4599431"/>
            <a:ext cx="256032" cy="5486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47287" y="397763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11879" y="4178807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79" y="419252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412394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Answer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34456" y="4599431"/>
            <a:ext cx="256032" cy="5486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6207" y="397763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799" y="4178807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799" y="419252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7" y="412394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Interview Report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23376" y="4599431"/>
            <a:ext cx="256032" cy="54864"/>
          </a:xfrm>
          <a:prstGeom prst="rect">
            <a:avLst/>
          </a:prstGeom>
          <a:solidFill>
            <a:srgbClr val="4B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25128" y="3977639"/>
            <a:ext cx="2487168" cy="132588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89719" y="4178807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19" y="419252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123944"/>
            <a:ext cx="157276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Recruiter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502920"/>
            <a:ext cx="2011680" cy="2011680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715000"/>
            <a:ext cx="1371600" cy="1371600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A4B2C9"/>
                </a:solidFill>
              </a:defRPr>
            </a:pPr>
            <a:r>
              <a:t>AI •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B2C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1480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BB4FF"/>
                </a:solidFill>
              </a:defRPr>
            </a:pPr>
            <a:r>
              <a:t>FINAL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5F8FF"/>
                </a:solidFill>
              </a:defRPr>
            </a:pPr>
            <a:r>
              <a:t>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10652760" cy="91440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029968"/>
            <a:ext cx="384048" cy="384048"/>
          </a:xfrm>
          <a:prstGeom prst="ellipse">
            <a:avLst/>
          </a:prstGeom>
          <a:solidFill>
            <a:srgbClr val="4B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4368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975104"/>
            <a:ext cx="9738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AI-Powered Recruitment &amp; Interview Agent streamlines recruitment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71800"/>
            <a:ext cx="10652760" cy="91440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172968"/>
            <a:ext cx="384048" cy="384048"/>
          </a:xfrm>
          <a:prstGeom prst="ellipse">
            <a:avLst/>
          </a:prstGeom>
          <a:solidFill>
            <a:srgbClr val="7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668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118104"/>
            <a:ext cx="9738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It assists with resume analysis, candidate matching and interview evaluation.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114800"/>
            <a:ext cx="10652760" cy="914400"/>
          </a:xfrm>
          <a:prstGeom prst="roundRect">
            <a:avLst/>
          </a:prstGeom>
          <a:solidFill>
            <a:srgbClr val="121D32"/>
          </a:solidFill>
          <a:ln>
            <a:solidFill>
              <a:srgbClr val="25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384048" cy="384048"/>
          </a:xfrm>
          <a:prstGeom prst="ellipse">
            <a:avLst/>
          </a:prstGeom>
          <a:solidFill>
            <a:srgbClr val="42D3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2968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261104"/>
            <a:ext cx="97383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>
                <a:solidFill>
                  <a:srgbClr val="F5F8FF"/>
                </a:solidFill>
              </a:defRPr>
            </a:pPr>
            <a:r>
              <a:t>AI supports recruiters; humans make the final hiring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532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